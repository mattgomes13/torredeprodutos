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Torre de Controle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consolidado · 26/08/2026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 portfólio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épicos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48640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Finalizados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1691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(40%)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48640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total mapeado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R$ 1.987.621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2743200"/>
            <a:ext cx="548640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médio de desenvolvimento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32461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dias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 por BU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1152144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Produtos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Épicos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Concluído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mapeado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BU definida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R$ 1.987.621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mapeado por produto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1152144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880360"/>
                <a:gridCol w="2880360"/>
                <a:gridCol w="2880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Épicos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Concluído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mapeado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Netfinanças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R$ 1.108.625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Bankmanager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R$ 878.996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Duplicata Escritural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Portal de Boletos e Luna Boleto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Luna - Jonatã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Luna - Alissa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2026-08-26T21:59:04Z</dcterms:created>
  <dcterms:modified xsi:type="dcterms:W3CDTF">2026-08-26T21:59:04Z</dcterms:modified>
</cp:coreProperties>
</file>